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32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04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35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27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512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20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2762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94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6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8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16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9C743-DC59-4875-82C8-669A9D15FA64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8F1D06B-436E-4C69-9709-437FA82F0C8F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9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C621-9AEB-2359-F9B6-D5B6D4BF2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027" y="802298"/>
            <a:ext cx="9766826" cy="2541431"/>
          </a:xfrm>
        </p:spPr>
        <p:txBody>
          <a:bodyPr/>
          <a:lstStyle/>
          <a:p>
            <a:r>
              <a:rPr lang="en-US" dirty="0" err="1"/>
              <a:t>DiABETES</a:t>
            </a:r>
            <a:r>
              <a:rPr lang="en-US" dirty="0"/>
              <a:t> DATA ANALYSIS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9898D-982E-E84B-A12C-9591CA83E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9 Mei 1990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47998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6FC9-5EC2-8468-339D-DF67036B5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LATAR BELAKANG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89287-7735-E8FF-82DF-2F42CC329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Diabetes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kronis</a:t>
            </a:r>
            <a:r>
              <a:rPr lang="en-ID" dirty="0"/>
              <a:t> yang </a:t>
            </a:r>
            <a:r>
              <a:rPr lang="en-ID" dirty="0" err="1"/>
              <a:t>ditandai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tingginya</a:t>
            </a:r>
            <a:r>
              <a:rPr lang="en-ID" dirty="0"/>
              <a:t> </a:t>
            </a:r>
            <a:r>
              <a:rPr lang="en-ID" dirty="0" err="1"/>
              <a:t>kadar</a:t>
            </a:r>
            <a:r>
              <a:rPr lang="en-ID" dirty="0"/>
              <a:t> gula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. Diabetes </a:t>
            </a:r>
            <a:r>
              <a:rPr lang="en-ID" dirty="0" err="1"/>
              <a:t>sering</a:t>
            </a:r>
            <a:r>
              <a:rPr lang="en-ID" dirty="0"/>
              <a:t> juga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gula </a:t>
            </a:r>
            <a:r>
              <a:rPr lang="en-ID" dirty="0" err="1"/>
              <a:t>darah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, </a:t>
            </a:r>
            <a:r>
              <a:rPr lang="en-ID" dirty="0" err="1"/>
              <a:t>kencing</a:t>
            </a:r>
            <a:r>
              <a:rPr lang="en-ID" dirty="0"/>
              <a:t> manis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 gula.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perhatian</a:t>
            </a:r>
            <a:r>
              <a:rPr lang="en-ID" dirty="0"/>
              <a:t> yang </a:t>
            </a:r>
            <a:r>
              <a:rPr lang="en-ID" dirty="0" err="1"/>
              <a:t>serius</a:t>
            </a:r>
            <a:r>
              <a:rPr lang="en-ID" dirty="0"/>
              <a:t>. 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baiknya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gejala-gejalanya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agar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mencegahnya</a:t>
            </a:r>
            <a:r>
              <a:rPr lang="en-ID" dirty="0"/>
              <a:t>. Adapun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membahas</a:t>
            </a:r>
            <a:r>
              <a:rPr lang="en-ID" dirty="0"/>
              <a:t> </a:t>
            </a:r>
            <a:r>
              <a:rPr lang="en-ID" dirty="0" err="1"/>
              <a:t>topik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pengukuran</a:t>
            </a:r>
            <a:r>
              <a:rPr lang="en-ID" dirty="0"/>
              <a:t> diagnosis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 </a:t>
            </a:r>
            <a:r>
              <a:rPr lang="en-ID" dirty="0" err="1"/>
              <a:t>menderita</a:t>
            </a:r>
            <a:r>
              <a:rPr lang="en-ID" dirty="0"/>
              <a:t> diabetes yang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 </a:t>
            </a:r>
            <a:r>
              <a:rPr lang="en-ID" dirty="0" err="1"/>
              <a:t>perempuan</a:t>
            </a:r>
            <a:r>
              <a:rPr lang="en-ID" dirty="0"/>
              <a:t> </a:t>
            </a:r>
            <a:r>
              <a:rPr lang="en-ID" dirty="0" err="1"/>
              <a:t>berusia</a:t>
            </a:r>
            <a:r>
              <a:rPr lang="en-ID" dirty="0"/>
              <a:t> minimal 21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suku</a:t>
            </a:r>
            <a:r>
              <a:rPr lang="en-ID" dirty="0"/>
              <a:t> Indian Pima.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998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E020-CBDF-3C4D-93DC-F89581A7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METODOLOGI</a:t>
            </a:r>
            <a:endParaRPr lang="en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2C3CF7-700A-9F98-00D5-0E303C46EB73}"/>
              </a:ext>
            </a:extLst>
          </p:cNvPr>
          <p:cNvSpPr/>
          <p:nvPr/>
        </p:nvSpPr>
        <p:spPr>
          <a:xfrm>
            <a:off x="1451579" y="1993846"/>
            <a:ext cx="3779183" cy="18898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 err="1"/>
              <a:t>Sumber</a:t>
            </a:r>
            <a:r>
              <a:rPr lang="en-US" b="1" u="sng" dirty="0"/>
              <a:t> Data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Dataset </a:t>
            </a:r>
            <a:r>
              <a:rPr lang="en-US" dirty="0" err="1"/>
              <a:t>Penderita</a:t>
            </a:r>
            <a:r>
              <a:rPr lang="en-US" dirty="0"/>
              <a:t> Diabetes Suku Indian Pima 1990</a:t>
            </a:r>
            <a:endParaRPr lang="en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C9258C-E9B1-F662-0289-259611B5786C}"/>
              </a:ext>
            </a:extLst>
          </p:cNvPr>
          <p:cNvSpPr/>
          <p:nvPr/>
        </p:nvSpPr>
        <p:spPr>
          <a:xfrm>
            <a:off x="7585586" y="2102002"/>
            <a:ext cx="3779183" cy="17817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Alat </a:t>
            </a:r>
            <a:r>
              <a:rPr lang="en-US" b="1" u="sng" dirty="0" err="1"/>
              <a:t>Analisis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Microsoft Excel </a:t>
            </a:r>
            <a:r>
              <a:rPr lang="en-US" dirty="0" err="1"/>
              <a:t>dengan</a:t>
            </a:r>
            <a:r>
              <a:rPr lang="en-US" dirty="0"/>
              <a:t> Pivot Table dan Pivot Chart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agregasi</a:t>
            </a:r>
            <a:r>
              <a:rPr lang="en-US" dirty="0"/>
              <a:t>, </a:t>
            </a:r>
            <a:r>
              <a:rPr lang="en-US" dirty="0" err="1"/>
              <a:t>segmentasi</a:t>
            </a:r>
            <a:r>
              <a:rPr lang="en-US" dirty="0"/>
              <a:t>, dan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860AF0-734F-DE3A-F541-416EBCFEFE90}"/>
              </a:ext>
            </a:extLst>
          </p:cNvPr>
          <p:cNvSpPr/>
          <p:nvPr/>
        </p:nvSpPr>
        <p:spPr>
          <a:xfrm>
            <a:off x="1451579" y="4411871"/>
            <a:ext cx="3779183" cy="22052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Metode </a:t>
            </a:r>
            <a:r>
              <a:rPr lang="en-US" b="1" u="sng" dirty="0" err="1"/>
              <a:t>Analisis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Question</a:t>
            </a:r>
          </a:p>
          <a:p>
            <a:pPr algn="ctr"/>
            <a:r>
              <a:rPr lang="en-US" dirty="0"/>
              <a:t>2. Data Cleaning</a:t>
            </a:r>
          </a:p>
          <a:p>
            <a:pPr algn="ctr"/>
            <a:r>
              <a:rPr lang="en-US" dirty="0"/>
              <a:t>3. Exploratory Data Analysis</a:t>
            </a:r>
          </a:p>
          <a:p>
            <a:pPr algn="ctr"/>
            <a:r>
              <a:rPr lang="en-US" dirty="0"/>
              <a:t>4.Data Visualization</a:t>
            </a:r>
          </a:p>
          <a:p>
            <a:pPr algn="ctr"/>
            <a:r>
              <a:rPr lang="en-US" dirty="0"/>
              <a:t>5. Draw Conclusion</a:t>
            </a:r>
            <a:endParaRPr lang="en-ID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8F2207-1685-DBD5-EBCA-60D7B79969F5}"/>
              </a:ext>
            </a:extLst>
          </p:cNvPr>
          <p:cNvSpPr/>
          <p:nvPr/>
        </p:nvSpPr>
        <p:spPr>
          <a:xfrm>
            <a:off x="7585586" y="4485613"/>
            <a:ext cx="3779183" cy="22052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 err="1"/>
              <a:t>Variabel</a:t>
            </a:r>
            <a:r>
              <a:rPr lang="en-US" b="1" u="sng" dirty="0"/>
              <a:t> </a:t>
            </a:r>
            <a:r>
              <a:rPr lang="en-US" b="1" u="sng" dirty="0" err="1"/>
              <a:t>Kunci</a:t>
            </a:r>
            <a:endParaRPr lang="en-US" b="1" u="sng" dirty="0"/>
          </a:p>
          <a:p>
            <a:pPr algn="ctr"/>
            <a:br>
              <a:rPr lang="en-US" dirty="0"/>
            </a:br>
            <a:r>
              <a:rPr lang="en-US" dirty="0" err="1"/>
              <a:t>Kehamilan</a:t>
            </a:r>
            <a:r>
              <a:rPr lang="en-US" dirty="0"/>
              <a:t>,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glukosa</a:t>
            </a:r>
            <a:r>
              <a:rPr lang="en-US" dirty="0"/>
              <a:t>,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, </a:t>
            </a:r>
            <a:r>
              <a:rPr lang="en-US" dirty="0" err="1"/>
              <a:t>ketebalan</a:t>
            </a:r>
            <a:r>
              <a:rPr lang="en-US" dirty="0"/>
              <a:t> </a:t>
            </a:r>
            <a:r>
              <a:rPr lang="en-US" dirty="0" err="1"/>
              <a:t>kulit</a:t>
            </a:r>
            <a:r>
              <a:rPr lang="en-US" dirty="0"/>
              <a:t>, insulin, </a:t>
            </a:r>
            <a:r>
              <a:rPr lang="en-US" dirty="0" err="1"/>
              <a:t>umur</a:t>
            </a:r>
            <a:r>
              <a:rPr lang="en-US" dirty="0"/>
              <a:t>, dan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audiens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234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37DC-F7D9-CA5B-901C-C389D302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analisis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89CA0-8D42-397A-A4C0-529920A55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3897" y="1727193"/>
            <a:ext cx="5148446" cy="1013038"/>
          </a:xfrm>
        </p:spPr>
        <p:txBody>
          <a:bodyPr/>
          <a:lstStyle/>
          <a:p>
            <a:r>
              <a:rPr lang="en-US" dirty="0" err="1"/>
              <a:t>Pertanyaan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E4F52-799C-5DB4-F449-0A3E43C6E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3897" y="2824269"/>
            <a:ext cx="5148446" cy="334055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kehamilan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dan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suku</a:t>
            </a:r>
            <a:r>
              <a:rPr lang="en-US" dirty="0"/>
              <a:t> Indian Pima ?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</a:t>
            </a:r>
            <a:r>
              <a:rPr lang="en-US" dirty="0" err="1"/>
              <a:t>glukosa</a:t>
            </a:r>
            <a:r>
              <a:rPr lang="en-US" dirty="0"/>
              <a:t> normal, </a:t>
            </a:r>
            <a:r>
              <a:rPr lang="en-US" dirty="0" err="1"/>
              <a:t>berlebihan</a:t>
            </a:r>
            <a:r>
              <a:rPr lang="en-US" dirty="0"/>
              <a:t>, dan </a:t>
            </a:r>
            <a:r>
              <a:rPr lang="en-US" dirty="0" err="1"/>
              <a:t>kekurangan</a:t>
            </a:r>
            <a:r>
              <a:rPr lang="en-US" dirty="0"/>
              <a:t>?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diastolic normal, </a:t>
            </a:r>
            <a:r>
              <a:rPr lang="en-US" dirty="0" err="1"/>
              <a:t>tinggi</a:t>
            </a:r>
            <a:r>
              <a:rPr lang="en-US" dirty="0"/>
              <a:t>, dan </a:t>
            </a:r>
            <a:r>
              <a:rPr lang="en-US" dirty="0" err="1"/>
              <a:t>rendah</a:t>
            </a:r>
            <a:r>
              <a:rPr lang="en-US" dirty="0"/>
              <a:t> ?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Wanita yang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diabetes?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Wanita yang </a:t>
            </a:r>
            <a:r>
              <a:rPr lang="en-US" dirty="0" err="1"/>
              <a:t>berumur</a:t>
            </a:r>
            <a:r>
              <a:rPr lang="en-US" dirty="0"/>
              <a:t> 21-50 </a:t>
            </a:r>
            <a:r>
              <a:rPr lang="en-US" dirty="0" err="1"/>
              <a:t>tahun</a:t>
            </a:r>
            <a:r>
              <a:rPr lang="en-US" dirty="0"/>
              <a:t> dan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50 </a:t>
            </a:r>
            <a:r>
              <a:rPr lang="en-US" dirty="0" err="1"/>
              <a:t>tahun</a:t>
            </a:r>
            <a:r>
              <a:rPr lang="en-US" dirty="0"/>
              <a:t> yang </a:t>
            </a:r>
            <a:r>
              <a:rPr lang="en-US" dirty="0" err="1"/>
              <a:t>terkena</a:t>
            </a:r>
            <a:r>
              <a:rPr lang="en-US" dirty="0"/>
              <a:t> diabetes ?</a:t>
            </a:r>
          </a:p>
          <a:p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7B2FFD-4611-9F30-CED2-4E352BFD7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06406" y="1766062"/>
            <a:ext cx="5148446" cy="1013410"/>
          </a:xfrm>
        </p:spPr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analisis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93852F-0211-14E1-A546-F62A76E17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09068" y="2821491"/>
            <a:ext cx="5148446" cy="333160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Menjadikan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kehamilan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factor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</a:t>
            </a:r>
          </a:p>
          <a:p>
            <a:r>
              <a:rPr lang="en-US" dirty="0" err="1"/>
              <a:t>Mengetahui</a:t>
            </a:r>
            <a:r>
              <a:rPr lang="en-US" dirty="0"/>
              <a:t> 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gula </a:t>
            </a:r>
            <a:r>
              <a:rPr lang="en-US" dirty="0" err="1"/>
              <a:t>berlebih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Wanita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diastolic </a:t>
            </a:r>
            <a:r>
              <a:rPr lang="en-US" dirty="0" err="1"/>
              <a:t>tinggi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Wanita yang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</a:t>
            </a:r>
          </a:p>
          <a:p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umur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yang </a:t>
            </a:r>
            <a:r>
              <a:rPr lang="en-US" dirty="0" err="1"/>
              <a:t>terkena</a:t>
            </a:r>
            <a:r>
              <a:rPr lang="en-US" dirty="0"/>
              <a:t> diabetes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0921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FDB61A-6E72-64CC-568E-B715BCE5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err="1"/>
              <a:t>Analisis</a:t>
            </a:r>
            <a:r>
              <a:rPr lang="en-US" u="sng" dirty="0"/>
              <a:t> data</a:t>
            </a:r>
            <a:br>
              <a:rPr lang="en-US" u="sng" dirty="0"/>
            </a:b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kehamilan</a:t>
            </a:r>
            <a:endParaRPr lang="en-ID" u="sng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D40020C-8790-A44E-90B4-AE27F7674C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dataset,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hamil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b="1" dirty="0"/>
              <a:t>17 kali </a:t>
            </a:r>
          </a:p>
          <a:p>
            <a:r>
              <a:rPr lang="en-ID" dirty="0" err="1"/>
              <a:t>Untuk</a:t>
            </a:r>
            <a:r>
              <a:rPr lang="en-ID" dirty="0"/>
              <a:t> yang </a:t>
            </a:r>
            <a:r>
              <a:rPr lang="en-ID" dirty="0" err="1"/>
              <a:t>terendah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wanita</a:t>
            </a:r>
            <a:r>
              <a:rPr lang="en-ID" dirty="0"/>
              <a:t> yang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hamil</a:t>
            </a:r>
            <a:r>
              <a:rPr lang="en-ID" dirty="0"/>
              <a:t> </a:t>
            </a:r>
            <a:r>
              <a:rPr lang="en-ID" dirty="0" err="1"/>
              <a:t>sebanyak</a:t>
            </a:r>
            <a:r>
              <a:rPr lang="en-ID" dirty="0"/>
              <a:t> </a:t>
            </a:r>
            <a:r>
              <a:rPr lang="en-ID" b="1" dirty="0"/>
              <a:t>111 orang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BA90D1-0FF9-5F8D-4495-1B3468A7B9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BB2481-652F-9223-02D9-647F7E67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34" y="2061323"/>
            <a:ext cx="5569629" cy="33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51EB-FCCA-8027-EBE8-219D90D7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ANALISIS DATA</a:t>
            </a:r>
            <a:br>
              <a:rPr lang="en-US" b="1" u="sng" dirty="0"/>
            </a:br>
            <a:r>
              <a:rPr lang="en-US" b="1" u="sng" dirty="0"/>
              <a:t>BERDASARKAN KONSENTRASI GLUKOSA</a:t>
            </a:r>
            <a:endParaRPr lang="en-ID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4950-6526-B192-29BC-0952F5EB9C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,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normal (70-90)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181 orang</a:t>
            </a:r>
          </a:p>
          <a:p>
            <a:r>
              <a:rPr lang="en-US" dirty="0"/>
              <a:t>Wanita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berlebihan</a:t>
            </a:r>
            <a:r>
              <a:rPr lang="en-US" dirty="0"/>
              <a:t> (&gt;90)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571 orang</a:t>
            </a:r>
          </a:p>
          <a:p>
            <a:r>
              <a:rPr lang="en-US" dirty="0"/>
              <a:t>Wanita yang </a:t>
            </a:r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konsentrasi</a:t>
            </a:r>
            <a:r>
              <a:rPr lang="en-US" dirty="0"/>
              <a:t> </a:t>
            </a:r>
            <a:r>
              <a:rPr lang="en-US" dirty="0" err="1"/>
              <a:t>glukosa</a:t>
            </a:r>
            <a:r>
              <a:rPr lang="en-US" dirty="0"/>
              <a:t> (&lt;70)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16 orang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060841-490D-DDE9-E2B5-6FCA70D3F9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2034" y="2010877"/>
            <a:ext cx="5729856" cy="34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E6A1-8A32-06A0-8D3B-DB76F242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ANALISIS DATA</a:t>
            </a:r>
            <a:br>
              <a:rPr lang="en-US" b="1" u="sng" dirty="0"/>
            </a:br>
            <a:r>
              <a:rPr lang="en-US" b="1" dirty="0"/>
              <a:t>BERDASARKAN TEKANAN DARAH</a:t>
            </a:r>
            <a:endParaRPr lang="en-ID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49ED-09B3-491A-3950-AA7FB606A0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,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 diastolic normal (60-80)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482 orang</a:t>
            </a:r>
          </a:p>
          <a:p>
            <a:r>
              <a:rPr lang="en-US" dirty="0"/>
              <a:t>Wanita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 diastolic </a:t>
            </a:r>
            <a:r>
              <a:rPr lang="en-US" dirty="0" err="1"/>
              <a:t>tinggi</a:t>
            </a:r>
            <a:r>
              <a:rPr lang="en-US" dirty="0"/>
              <a:t> (&gt;80)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165 orang</a:t>
            </a:r>
          </a:p>
          <a:p>
            <a:r>
              <a:rPr lang="en-US" dirty="0"/>
              <a:t>Wanita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 diastolic </a:t>
            </a:r>
            <a:r>
              <a:rPr lang="en-US" dirty="0" err="1"/>
              <a:t>rendah</a:t>
            </a:r>
            <a:r>
              <a:rPr lang="en-US" dirty="0"/>
              <a:t> (&lt;60)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121 orang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420F71-7BAE-6976-9CAC-6345BCFDBC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9" y="1924957"/>
            <a:ext cx="5880433" cy="35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2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77C4-9B08-2F8A-34DF-E3492919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ANALISIS DATA</a:t>
            </a:r>
            <a:br>
              <a:rPr lang="en-US" b="1" u="sng" dirty="0"/>
            </a:br>
            <a:r>
              <a:rPr lang="en-US" b="1" dirty="0"/>
              <a:t>BERDASARKAN HASIL AUDIENS</a:t>
            </a:r>
            <a:endParaRPr lang="en-ID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9A474-DB10-8C1C-B2A3-B2E11B2932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,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268 orang</a:t>
            </a:r>
          </a:p>
          <a:p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b="1" dirty="0"/>
              <a:t>500 orang</a:t>
            </a:r>
            <a:endParaRPr lang="en-ID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A4AF0A-13E8-2BF4-995F-1BFFAD72FA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4725" y="2010878"/>
            <a:ext cx="5155402" cy="30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7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8AE8-6367-D82F-9014-39223B06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Analisis</a:t>
            </a:r>
            <a:r>
              <a:rPr lang="en-US" b="1" u="sng" dirty="0"/>
              <a:t> data</a:t>
            </a:r>
            <a:br>
              <a:rPr lang="en-US" b="1" u="sng" dirty="0"/>
            </a:br>
            <a:r>
              <a:rPr lang="en-US" b="1" dirty="0" err="1"/>
              <a:t>berdasarkan</a:t>
            </a:r>
            <a:r>
              <a:rPr lang="en-US" b="1" dirty="0"/>
              <a:t> </a:t>
            </a:r>
            <a:r>
              <a:rPr lang="en-US" b="1" dirty="0" err="1"/>
              <a:t>usia</a:t>
            </a:r>
            <a:r>
              <a:rPr lang="en-US" b="1" dirty="0"/>
              <a:t> </a:t>
            </a:r>
            <a:r>
              <a:rPr lang="en-US" b="1" dirty="0" err="1"/>
              <a:t>penderita</a:t>
            </a:r>
            <a:endParaRPr lang="en-ID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F06B-7B68-DAF6-C257-46E0854EAB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,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21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50 </a:t>
            </a:r>
            <a:r>
              <a:rPr lang="en-US" dirty="0" err="1"/>
              <a:t>tahun</a:t>
            </a:r>
            <a:r>
              <a:rPr lang="en-US" dirty="0"/>
              <a:t> yang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230 orang</a:t>
            </a:r>
          </a:p>
          <a:p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wanita</a:t>
            </a:r>
            <a:r>
              <a:rPr lang="en-US" dirty="0"/>
              <a:t> yang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50 </a:t>
            </a:r>
            <a:r>
              <a:rPr lang="en-US" dirty="0" err="1"/>
              <a:t>tahun</a:t>
            </a:r>
            <a:r>
              <a:rPr lang="en-US" dirty="0"/>
              <a:t> yang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berjumlah</a:t>
            </a:r>
            <a:r>
              <a:rPr lang="en-US" dirty="0"/>
              <a:t> </a:t>
            </a:r>
            <a:r>
              <a:rPr lang="en-US" b="1" dirty="0"/>
              <a:t>38 orang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1EE0A-0B7F-923C-F901-25A7865179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7576" y="2010878"/>
            <a:ext cx="5737485" cy="34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1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84BDCD-163C-09A5-B028-467CBA1C3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0AD52-2195-52D8-049D-061B3B3F4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eksplorasi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dataset diabetes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penderita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dipengaruhi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factor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kehamilan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, </a:t>
            </a:r>
            <a:r>
              <a:rPr lang="en-US" dirty="0" err="1"/>
              <a:t>konsentrasi</a:t>
            </a:r>
            <a:r>
              <a:rPr lang="en-US" dirty="0"/>
              <a:t> </a:t>
            </a:r>
            <a:r>
              <a:rPr lang="en-US" dirty="0" err="1"/>
              <a:t>glukosa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,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 diastolic yang </a:t>
            </a:r>
            <a:r>
              <a:rPr lang="en-US" dirty="0" err="1"/>
              <a:t>tinggi</a:t>
            </a:r>
            <a:r>
              <a:rPr lang="en-US" dirty="0"/>
              <a:t>, dan juga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.</a:t>
            </a:r>
          </a:p>
          <a:p>
            <a:r>
              <a:rPr lang="en-US" dirty="0" err="1"/>
              <a:t>Penderita</a:t>
            </a:r>
            <a:r>
              <a:rPr lang="en-US" dirty="0"/>
              <a:t> yang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diabetes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factor </a:t>
            </a:r>
            <a:r>
              <a:rPr lang="en-US" dirty="0" err="1"/>
              <a:t>tersebut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rentang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usia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lanjut</a:t>
            </a:r>
            <a:endParaRPr lang="en-US" dirty="0"/>
          </a:p>
          <a:p>
            <a:r>
              <a:rPr lang="en-US" dirty="0" err="1"/>
              <a:t>Tetapi</a:t>
            </a:r>
            <a:r>
              <a:rPr lang="en-US" dirty="0"/>
              <a:t>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juga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penderita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dua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factor </a:t>
            </a:r>
            <a:r>
              <a:rPr lang="en-US" dirty="0" err="1"/>
              <a:t>tersebut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034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3AC1-1EA3-5518-A000-610E4AB9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Rekomendasi</a:t>
            </a:r>
            <a:r>
              <a:rPr lang="en-US" dirty="0"/>
              <a:t> dan saran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F91C5-40A7-34F8-F6BB-C4ACC776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Atur program </a:t>
            </a:r>
            <a:r>
              <a:rPr lang="en-US" dirty="0" err="1"/>
              <a:t>kehamilan</a:t>
            </a:r>
            <a:r>
              <a:rPr lang="en-US" dirty="0"/>
              <a:t> dan jaga </a:t>
            </a:r>
            <a:r>
              <a:rPr lang="en-US" dirty="0" err="1"/>
              <a:t>kesehatan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fase</a:t>
            </a:r>
            <a:r>
              <a:rPr lang="en-US" dirty="0"/>
              <a:t> </a:t>
            </a:r>
            <a:r>
              <a:rPr lang="en-US" dirty="0" err="1"/>
              <a:t>kehamilan</a:t>
            </a:r>
            <a:endParaRPr lang="en-US" dirty="0"/>
          </a:p>
          <a:p>
            <a:r>
              <a:rPr lang="en-US" dirty="0"/>
              <a:t>Atur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hidup</a:t>
            </a:r>
            <a:r>
              <a:rPr lang="en-US" dirty="0"/>
              <a:t> yang </a:t>
            </a:r>
            <a:r>
              <a:rPr lang="en-US" dirty="0" err="1"/>
              <a:t>sehat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berolahraga</a:t>
            </a:r>
            <a:r>
              <a:rPr lang="en-US" dirty="0"/>
              <a:t>,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, </a:t>
            </a:r>
            <a:r>
              <a:rPr lang="en-US" dirty="0" err="1"/>
              <a:t>kebiasaan</a:t>
            </a:r>
            <a:r>
              <a:rPr lang="en-US" dirty="0"/>
              <a:t> dan </a:t>
            </a:r>
            <a:r>
              <a:rPr lang="en-US" dirty="0" err="1"/>
              <a:t>kurangi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dan </a:t>
            </a:r>
            <a:r>
              <a:rPr lang="en-US" dirty="0" err="1"/>
              <a:t>minum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glukosa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r>
              <a:rPr lang="en-ID" dirty="0" err="1"/>
              <a:t>Untuk</a:t>
            </a:r>
            <a:r>
              <a:rPr lang="en-ID" dirty="0"/>
              <a:t> yang </a:t>
            </a:r>
            <a:r>
              <a:rPr lang="en-ID" dirty="0" err="1"/>
              <a:t>wanita</a:t>
            </a:r>
            <a:r>
              <a:rPr lang="en-ID" dirty="0"/>
              <a:t> yang </a:t>
            </a:r>
            <a:r>
              <a:rPr lang="en-ID" dirty="0" err="1"/>
              <a:t>berusia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memperhatikan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dan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rutin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pengecekan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, </a:t>
            </a:r>
            <a:r>
              <a:rPr lang="en-ID" dirty="0" err="1"/>
              <a:t>rumah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/>
              <a:t>puskesmas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450250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</TotalTime>
  <Words>614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DiABETES DATA ANALYSIS</vt:lpstr>
      <vt:lpstr>LATAR BELAKANG</vt:lpstr>
      <vt:lpstr>METODOLOGI</vt:lpstr>
      <vt:lpstr>Pertanyaan analisis</vt:lpstr>
      <vt:lpstr>Analisis data Berdasarkan kehamilan</vt:lpstr>
      <vt:lpstr>ANALISIS DATA BERDASARKAN KONSENTRASI GLUKOSA</vt:lpstr>
      <vt:lpstr>ANALISIS DATA BERDASARKAN TEKANAN DARAH</vt:lpstr>
      <vt:lpstr>ANALISIS DATA BERDASARKAN HASIL AUDIENS</vt:lpstr>
      <vt:lpstr>Analisis data berdasarkan usia penderita</vt:lpstr>
      <vt:lpstr>KESIMPULAN</vt:lpstr>
      <vt:lpstr>Rekomendasi dan saran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 Hakki</dc:creator>
  <cp:lastModifiedBy>Bil Hakki</cp:lastModifiedBy>
  <cp:revision>1</cp:revision>
  <dcterms:created xsi:type="dcterms:W3CDTF">2026-02-09T06:44:33Z</dcterms:created>
  <dcterms:modified xsi:type="dcterms:W3CDTF">2026-02-09T07:32:32Z</dcterms:modified>
</cp:coreProperties>
</file>